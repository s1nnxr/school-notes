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cs-CZ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8513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9474626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cs-CZ"/>
              <a:t>10/30/2013</a:t>
            </a:fld>
            <a:endParaRPr lang="cs-CZ"/>
          </a:p>
        </p:txBody>
      </p:sp>
      <p:sp>
        <p:nvSpPr>
          <p:cNvPr id="10364765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cs-CZ"/>
          </a:p>
        </p:txBody>
      </p:sp>
      <p:sp>
        <p:nvSpPr>
          <p:cNvPr id="134043964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cs-CZ"/>
              <a:t>Click to edit Master text styles</a:t>
            </a:r>
            <a:endParaRPr/>
          </a:p>
          <a:p>
            <a:pPr lvl="1">
              <a:defRPr/>
            </a:pPr>
            <a:r>
              <a:rPr lang="cs-CZ"/>
              <a:t>Second level</a:t>
            </a:r>
            <a:endParaRPr/>
          </a:p>
          <a:p>
            <a:pPr lvl="2">
              <a:defRPr/>
            </a:pPr>
            <a:r>
              <a:rPr lang="cs-CZ"/>
              <a:t>Third level</a:t>
            </a:r>
            <a:endParaRPr/>
          </a:p>
          <a:p>
            <a:pPr lvl="3">
              <a:defRPr/>
            </a:pPr>
            <a:r>
              <a:rPr lang="cs-CZ"/>
              <a:t>Fourth level</a:t>
            </a:r>
            <a:endParaRPr/>
          </a:p>
          <a:p>
            <a:pPr lvl="4">
              <a:defRPr/>
            </a:pPr>
            <a:r>
              <a:rPr lang="cs-CZ"/>
              <a:t>Fifth level</a:t>
            </a:r>
            <a:endParaRPr lang="cs-CZ"/>
          </a:p>
        </p:txBody>
      </p:sp>
      <p:sp>
        <p:nvSpPr>
          <p:cNvPr id="16644246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41074177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cs-CZ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0075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810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cs-CZ">
              <a:latin typeface="Arial"/>
              <a:cs typeface="Arial"/>
            </a:endParaRPr>
          </a:p>
        </p:txBody>
      </p:sp>
      <p:sp>
        <p:nvSpPr>
          <p:cNvPr id="1475271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cs-CZ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998F8-30F4-6F57-49FE-0688F99BA0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0C8F2F-0F89-087E-5321-A9F3908AB9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EC4C6B-237C-085F-27F1-AE3FCD90B4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9C3379-73AE-EAED-907D-64FC9B6A52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Úvodní sníme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822805" name="Nadpis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341725076" name="Podnadpis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cs-CZ"/>
              <a:t>Kliknutím lze upravit styl předlohy</a:t>
            </a:r>
            <a:endParaRPr lang="cs-CZ"/>
          </a:p>
        </p:txBody>
      </p:sp>
      <p:sp>
        <p:nvSpPr>
          <p:cNvPr id="1407339579" name="Zástupný symbol pro datum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44217616" name="Zástupný symbol pro zápatí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1615007453" name="Zástupný symbol pro číslo snímk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Nadpis a obsa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132437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884311775" name="Zástupný symbol pro obsah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 lang="cs-CZ"/>
          </a:p>
        </p:txBody>
      </p:sp>
      <p:sp>
        <p:nvSpPr>
          <p:cNvPr id="1063754647" name="Zástupný symbol pro datum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647391321" name="Zástupný symbol pro zápatí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1910982420" name="Zástupný symbol pro číslo snímk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Záhlaví čás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09526" name="Nadpis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833961029" name="Zástupný symbol pro text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</p:txBody>
      </p:sp>
      <p:sp>
        <p:nvSpPr>
          <p:cNvPr id="269197008" name="Zástupný symbol pro datum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1788965199" name="Zástupný symbol pro zápatí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1602541297" name="Zástupný symbol pro číslo snímk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va obsah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169330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603204102" name="Zástupný symbol pro obsah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 lang="cs-CZ"/>
          </a:p>
        </p:txBody>
      </p:sp>
      <p:sp>
        <p:nvSpPr>
          <p:cNvPr id="1568049658" name="Zástupný symbol pro obsah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 lang="cs-CZ"/>
          </a:p>
        </p:txBody>
      </p:sp>
      <p:sp>
        <p:nvSpPr>
          <p:cNvPr id="744612905" name="Zástupný symbol pro datum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982375116" name="Zástupný symbol pro zápatí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320292732" name="Zástupný symbol pro číslo snímku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Porovnání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6715" name="Nadpis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576670161" name="Zástupný symbol pro text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</p:txBody>
      </p:sp>
      <p:sp>
        <p:nvSpPr>
          <p:cNvPr id="225326746" name="Zástupný symbol pro obsah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 lang="cs-CZ"/>
          </a:p>
        </p:txBody>
      </p:sp>
      <p:sp>
        <p:nvSpPr>
          <p:cNvPr id="1244643233" name="Zástupný symbol pro text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</p:txBody>
      </p:sp>
      <p:sp>
        <p:nvSpPr>
          <p:cNvPr id="2026139260" name="Zástupný symbol pro obsah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 lang="cs-CZ"/>
          </a:p>
        </p:txBody>
      </p:sp>
      <p:sp>
        <p:nvSpPr>
          <p:cNvPr id="1541371981" name="Zástupný symbol pro datum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1177800219" name="Zástupný symbol pro zápatí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602290095" name="Zástupný symbol pro číslo snímku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Pouze nadp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698461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1270093267" name="Zástupný symbol pro datum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339007154" name="Zástupný symbol pro zápatí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1040144626" name="Zástupný symbol pro číslo snímku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rázdn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349024" name="Zástupný symbol pro datum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1039026224" name="Zástupný symbol pro zápatí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1708197674" name="Zástupný symbol pro číslo snímku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Obsah s titulke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757107" name="Nadpis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1047392575" name="Zástupný symbol pro obsah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 lang="cs-CZ"/>
          </a:p>
        </p:txBody>
      </p:sp>
      <p:sp>
        <p:nvSpPr>
          <p:cNvPr id="1186463889" name="Zástupný symbol pro text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</p:txBody>
      </p:sp>
      <p:sp>
        <p:nvSpPr>
          <p:cNvPr id="470190072" name="Zástupný symbol pro datum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508180335" name="Zástupný symbol pro zápatí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994337605" name="Zástupný symbol pro číslo snímku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Obrázek s titulke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525450" name="Nadpis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509782842" name="Zástupný symbol pro obrázek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cs-CZ"/>
              <a:t>Kliknutím lze upravit styly předlohy textu</a:t>
            </a:r>
            <a:endParaRPr lang="cs-CZ"/>
          </a:p>
        </p:txBody>
      </p:sp>
      <p:sp>
        <p:nvSpPr>
          <p:cNvPr id="546553992" name="Zástupný symbol pro text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</p:txBody>
      </p:sp>
      <p:sp>
        <p:nvSpPr>
          <p:cNvPr id="960883589" name="Zástupný symbol pro datum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1119201787" name="Zástupný symbol pro zápatí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1774646702" name="Zástupný symbol pro číslo snímku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Nadpis a svislý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2580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1701747941" name="Zástupný symbol pro svislý text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 lang="cs-CZ"/>
          </a:p>
        </p:txBody>
      </p:sp>
      <p:sp>
        <p:nvSpPr>
          <p:cNvPr id="499839880" name="Zástupný symbol pro datum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898265793" name="Zástupný symbol pro zápatí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8700012" name="Zástupný symbol pro číslo snímk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Svislý nadpis a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494226" name="Svislý nadpis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cs-CZ"/>
              <a:t>Kliknutím lze upravit styl</a:t>
            </a:r>
            <a:endParaRPr lang="cs-CZ"/>
          </a:p>
        </p:txBody>
      </p:sp>
      <p:sp>
        <p:nvSpPr>
          <p:cNvPr id="28262522" name="Zástupný symbol pro svislý text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cs-CZ"/>
              <a:t>Kliknutím lze upravit styly předlohy textu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 lang="cs-CZ"/>
          </a:p>
        </p:txBody>
      </p:sp>
      <p:sp>
        <p:nvSpPr>
          <p:cNvPr id="1925831288" name="Zástupný symbol pro datum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1705125376" name="Zástupný symbol pro zápatí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2094003341" name="Zástupný symbol pro číslo snímk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633224" name="Zástupný symbol pro nadpis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cs-CZ"/>
              <a:t>Kliknutím lze upravit styl.</a:t>
            </a:r>
            <a:endParaRPr lang="cs-CZ"/>
          </a:p>
        </p:txBody>
      </p:sp>
      <p:sp>
        <p:nvSpPr>
          <p:cNvPr id="624175517" name="Zástupný symbol pro text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cs-CZ"/>
              <a:t>Kliknutím lze upravit styly předlohy textu.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 lang="cs-CZ"/>
          </a:p>
        </p:txBody>
      </p:sp>
      <p:sp>
        <p:nvSpPr>
          <p:cNvPr id="422347586" name="Zástupný symbol pro datum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cs-CZ"/>
              <a:t>30.10.2013</a:t>
            </a:fld>
            <a:endParaRPr lang="cs-CZ"/>
          </a:p>
        </p:txBody>
      </p:sp>
      <p:sp>
        <p:nvSpPr>
          <p:cNvPr id="859389747" name="Zástupný symbol pro zápatí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50625756" name="Zástupný symbol pro číslo snímku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cs-CZ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10652" name="Nadpis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Homelab</a:t>
            </a:r>
            <a:endParaRPr lang="cs-CZ"/>
          </a:p>
        </p:txBody>
      </p:sp>
      <p:sp>
        <p:nvSpPr>
          <p:cNvPr id="312895202" name="Podnadpis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Langer Filip</a:t>
            </a:r>
            <a:endParaRPr lang="cs-CZ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515722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is homelab?</a:t>
            </a:r>
            <a:endParaRPr/>
          </a:p>
        </p:txBody>
      </p:sp>
      <p:sp>
        <p:nvSpPr>
          <p:cNvPr id="67521841" name="Zástupný symbol pro obsah 2"/>
          <p:cNvSpPr>
            <a:spLocks noGrp="1"/>
          </p:cNvSpPr>
          <p:nvPr>
            <p:ph idx="1"/>
          </p:nvPr>
        </p:nvSpPr>
        <p:spPr bwMode="auto">
          <a:xfrm>
            <a:off x="466724" y="1835149"/>
            <a:ext cx="10515600" cy="4351338"/>
          </a:xfrm>
        </p:spPr>
        <p:txBody>
          <a:bodyPr/>
          <a:lstStyle/>
          <a:p>
            <a:pPr>
              <a:defRPr/>
            </a:pPr>
            <a:r>
              <a:rPr/>
              <a:t>Selft-hosted IT environment</a:t>
            </a:r>
            <a:endParaRPr/>
          </a:p>
          <a:p>
            <a:pPr>
              <a:defRPr/>
            </a:pPr>
            <a:r>
              <a:rPr/>
              <a:t>Primarily used for education, testing and developing IT skills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596506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Why are homelabs popular?</a:t>
            </a:r>
            <a:endParaRPr/>
          </a:p>
        </p:txBody>
      </p:sp>
      <p:sp>
        <p:nvSpPr>
          <p:cNvPr id="136350158" name="Zástupný symbol pro obsah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Free</a:t>
            </a:r>
            <a:endParaRPr/>
          </a:p>
          <a:p>
            <a:pPr>
              <a:defRPr/>
            </a:pPr>
            <a:r>
              <a:rPr/>
              <a:t>Full control</a:t>
            </a:r>
            <a:endParaRPr/>
          </a:p>
          <a:p>
            <a:pPr>
              <a:defRPr/>
            </a:pPr>
            <a:r>
              <a:rPr/>
              <a:t>Private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539392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How can be homelab used?</a:t>
            </a:r>
            <a:endParaRPr/>
          </a:p>
        </p:txBody>
      </p:sp>
      <p:sp>
        <p:nvSpPr>
          <p:cNvPr id="608983915" name="Zástupný symbol pro obsah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File servers</a:t>
            </a:r>
            <a:r>
              <a:rPr/>
              <a:t> – personal data storage</a:t>
            </a:r>
            <a:r>
              <a:rPr/>
              <a:t> - NextCloud</a:t>
            </a:r>
            <a:endParaRPr/>
          </a:p>
          <a:p>
            <a:pPr>
              <a:defRPr/>
            </a:pPr>
            <a:r>
              <a:rPr/>
              <a:t>Media server</a:t>
            </a:r>
            <a:r>
              <a:rPr/>
              <a:t>s – most popular is Jellyfin (your own Netflix) </a:t>
            </a:r>
            <a:endParaRPr/>
          </a:p>
          <a:p>
            <a:pPr>
              <a:defRPr/>
            </a:pPr>
            <a:r>
              <a:rPr/>
              <a:t>Virtual machines – for experiments </a:t>
            </a:r>
            <a:endParaRPr/>
          </a:p>
          <a:p>
            <a:pPr>
              <a:defRPr/>
            </a:pPr>
            <a:r>
              <a:rPr/>
              <a:t>Website Hosting – Apache, Nginx</a:t>
            </a:r>
            <a:endParaRPr/>
          </a:p>
          <a:p>
            <a:pPr>
              <a:defRPr/>
            </a:pPr>
            <a:r>
              <a:rPr/>
              <a:t>LLM –</a:t>
            </a:r>
            <a:r>
              <a:rPr/>
              <a:t> For AI</a:t>
            </a:r>
            <a:endParaRPr/>
          </a:p>
          <a:p>
            <a:pPr>
              <a:defRPr/>
            </a:pPr>
            <a:r>
              <a:rPr/>
              <a:t>Network-wide ad blocking – Pi-Hole</a:t>
            </a:r>
            <a:endParaRPr/>
          </a:p>
          <a:p>
            <a:pPr>
              <a:defRPr/>
            </a:pPr>
            <a:r>
              <a:rPr/>
              <a:t>VPN – Cloudflare, Wireguard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476099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Pros &amp; Cons</a:t>
            </a:r>
            <a:endParaRPr/>
          </a:p>
        </p:txBody>
      </p:sp>
      <p:sp>
        <p:nvSpPr>
          <p:cNvPr id="908443858" name="Zástupný symbol pro obsah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Pros :</a:t>
            </a:r>
            <a:endParaRPr/>
          </a:p>
          <a:p>
            <a:pPr lvl="1">
              <a:defRPr/>
            </a:pPr>
            <a:r>
              <a:rPr/>
              <a:t>Learn real skills</a:t>
            </a:r>
            <a:endParaRPr/>
          </a:p>
          <a:p>
            <a:pPr lvl="1">
              <a:defRPr/>
            </a:pPr>
            <a:r>
              <a:rPr/>
              <a:t>Cheap to start</a:t>
            </a:r>
            <a:endParaRPr/>
          </a:p>
          <a:p>
            <a:pPr lvl="1">
              <a:defRPr/>
            </a:pPr>
            <a:r>
              <a:rPr/>
              <a:t>Fun</a:t>
            </a:r>
            <a:endParaRPr/>
          </a:p>
          <a:p>
            <a:pPr>
              <a:defRPr/>
            </a:pPr>
            <a:r>
              <a:rPr/>
              <a:t>Cons:</a:t>
            </a:r>
            <a:endParaRPr/>
          </a:p>
          <a:p>
            <a:pPr lvl="1">
              <a:defRPr/>
            </a:pPr>
            <a:r>
              <a:rPr/>
              <a:t>Takes time to set up</a:t>
            </a:r>
            <a:endParaRPr/>
          </a:p>
          <a:p>
            <a:pPr lvl="1">
              <a:defRPr/>
            </a:pPr>
            <a:r>
              <a:rPr/>
              <a:t>Can be complicated for new users</a:t>
            </a: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lvl="1">
              <a:defRPr/>
            </a:pPr>
            <a:endParaRPr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2026-04-15T18:00:14Z</dcterms:modified>
</cp:coreProperties>
</file>